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B7C13-AC28-6420-9D5C-6618A7C0B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CB2FA-638C-D7E9-CF9C-4A58E3AA4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B7288-8661-3953-E069-3BBF53C3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C1151-FAD9-1C12-F704-165BBF94F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D0482-A601-D8E1-5377-EC13B2EE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46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55E9-E8D6-699F-F0BD-AB8E4BB9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385EB-4562-4D8F-9C55-345F95204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7D528-EBA9-B79C-DBA7-48F0654B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0AD78-8ED6-A9BE-9F9B-B42E203D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660A4-682F-9F71-A3C3-61B2BA66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92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8FFB-C841-3684-E74A-C54544C7B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B0CF4-5A86-DE0A-0E95-C15B14315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EAA31-7C5E-245E-7BD3-CCFB1999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A34A3-2B4C-88A3-ABC1-5CAEE3B1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0F449-5FC4-F43C-5586-6ED7C885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96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6501-670F-584A-C2CF-8DCCC013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96A4-69F7-D38F-4C21-E2A8486EC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3E436-AF1A-5E9B-D33F-956AD5B05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CBB74-DA29-3D54-053D-F8A05DAB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D4601-40FC-B46E-7DCC-0BEF71834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CE3C5-CEA5-FE7A-BD42-49A6512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7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14322-AFEC-E555-76A8-5FF9F5B5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E43A1-8958-C462-78E4-666F1F17C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A2864-DB4E-FB87-A104-0250544BD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BB4D4-BCD3-8C5B-A4FC-01522C88F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E2C06-0019-0485-B7C9-C3C647FE4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08DB9C-2E95-4E37-EAE7-21469D446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9416A-F53D-314C-4E88-EAB766703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05628-984E-A90C-5696-66048B064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97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AE42-B236-2853-A83A-17EF5EBC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5A27ED-5868-72AE-F65E-CC9ED1CC2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13BA1-A14F-920F-661C-52AEABF69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D013E-FA8F-88BE-51F4-3180C94B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972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628CB-E408-87E7-58E8-8DC35E49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1F1E5-DF0D-4EE9-7604-76170680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AAB8-3933-0F7D-9C90-3C95465B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742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3512-B3A5-CB78-547E-773D8C9F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110FA-E06F-7795-A90B-E6594CE15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9B167-4B53-0E09-6E50-99193A49F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E68EA-0E24-4A97-04CC-66AD927C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E410C-47B1-37D8-7109-289A64ACC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A30D4-E3E6-B142-E5C8-581F5627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62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ED25-87CA-5E8B-5F65-00C28EC5D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5F07CE-56B6-DC93-A334-8ABB21C31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ADB1B-36B5-5FDE-0F3D-D0EB918F9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8D231-C7D8-A616-0F3F-9553D83C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36D7D-3446-1EE0-90F5-9559FB0C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7CE24-DDFB-756F-89E8-2C48A0D8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121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330F-9DB8-A0F6-4F3D-527C8CC1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8DAED-641C-F612-B6D4-AB13F0F7D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39BDA-F2FE-FAB9-2535-C7C88476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ED8DC-AD9D-955C-3AC8-05B15D3C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5321C-1C8B-4605-74F5-884BB4B5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02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E53DFA-1213-DF2A-F133-B3AA4E8D3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3B17D-1BBB-4BA9-1844-9F1DD0166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F01B1-7506-08AE-7EE3-D74A51B0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6D69A-896E-FA88-EAAC-403B460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2A54B-F571-8342-4163-6F3365F0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06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92CF03-9E3C-27E7-3DCB-A3910EA6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119BD-DFF6-277A-EBBC-963F88ABB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57848-9226-87E3-6108-9DF35148F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97C56-0B9B-41F8-A527-FE3EE59C221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07C55-FA06-BBD4-00FE-DBB7215CD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6114-64CE-02AC-FF11-4200AB50A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D2EEA-3905-41DC-AF3F-FD3E85A67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86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FCD02-52EB-6F33-4337-22202DD73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BOT-BRAIN: AN INTELLIGENT STUDENT CAMPUS NAVIGATOR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D78DF-EA24-B38A-8CAB-D98B1153B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801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82ACBA-0C23-BA39-C371-724696048CA4}"/>
              </a:ext>
            </a:extLst>
          </p:cNvPr>
          <p:cNvSpPr txBox="1"/>
          <p:nvPr/>
        </p:nvSpPr>
        <p:spPr>
          <a:xfrm>
            <a:off x="0" y="0"/>
            <a:ext cx="12192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6600" dirty="0">
                <a:effectLst/>
              </a:rPr>
              <a:t>System Overview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dirty="0">
                <a:effectLst/>
              </a:rPr>
              <a:t>Developed using Python (backend) and Leaflet/JavaScript (frontend)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dirty="0">
                <a:effectLst/>
              </a:rPr>
              <a:t>Interactive map-based user interface with chatbot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dirty="0">
                <a:effectLst/>
              </a:rPr>
              <a:t>Integrated search algorithms: BFS, DFS, UCS, A*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dirty="0">
                <a:effectLst/>
              </a:rPr>
              <a:t>Provides building information services Displays distance, ETA, and nodes expanded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dirty="0">
                <a:effectLst/>
              </a:rPr>
              <a:t>Comparison of algorithms across queries</a:t>
            </a:r>
          </a:p>
        </p:txBody>
      </p:sp>
    </p:spTree>
    <p:extLst>
      <p:ext uri="{BB962C8B-B14F-4D97-AF65-F5344CB8AC3E}">
        <p14:creationId xmlns:p14="http://schemas.microsoft.com/office/powerpoint/2010/main" val="75518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1C5355-1756-DF69-014B-45F5B9BF0FEF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dirty="0">
                <a:effectLst/>
              </a:rPr>
              <a:t>Week 1 – Campus Model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583EE-CBFF-198F-FF52-E34F7778C9DA}"/>
              </a:ext>
            </a:extLst>
          </p:cNvPr>
          <p:cNvSpPr txBox="1"/>
          <p:nvPr/>
        </p:nvSpPr>
        <p:spPr>
          <a:xfrm>
            <a:off x="1" y="1228397"/>
            <a:ext cx="68530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Designed campus graph with 12 nodes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Buildings: Main Gate, Admin Block, Library, Student </a:t>
            </a:r>
            <a:r>
              <a:rPr lang="en-IN" sz="2800" dirty="0" err="1">
                <a:effectLst/>
              </a:rPr>
              <a:t>Center</a:t>
            </a:r>
            <a:r>
              <a:rPr lang="en-IN" sz="2800" dirty="0">
                <a:effectLst/>
              </a:rPr>
              <a:t>, Academic Blocks A-C, Canteen, Main Hostel, Medical </a:t>
            </a:r>
            <a:r>
              <a:rPr lang="en-IN" sz="2800" dirty="0" err="1">
                <a:effectLst/>
              </a:rPr>
              <a:t>Center</a:t>
            </a:r>
            <a:r>
              <a:rPr lang="en-IN" sz="2800" dirty="0">
                <a:effectLst/>
              </a:rPr>
              <a:t>, Sports Complex, Auditorium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Weighted edges representing walking distances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Graph representation used for all algorithms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1BCEAE-BCF8-B454-F2A1-668C86AE9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229" y="1337187"/>
            <a:ext cx="5412114" cy="429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33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451298-1C2D-BA83-EBA9-0867BB157C55}"/>
              </a:ext>
            </a:extLst>
          </p:cNvPr>
          <p:cNvSpPr txBox="1"/>
          <p:nvPr/>
        </p:nvSpPr>
        <p:spPr>
          <a:xfrm>
            <a:off x="1553498" y="0"/>
            <a:ext cx="82984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dirty="0">
                <a:effectLst/>
              </a:rPr>
              <a:t>Week 2 – Search Algorithms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8775B-286F-A617-8162-5E316A2210F8}"/>
              </a:ext>
            </a:extLst>
          </p:cNvPr>
          <p:cNvSpPr txBox="1"/>
          <p:nvPr/>
        </p:nvSpPr>
        <p:spPr>
          <a:xfrm>
            <a:off x="147484" y="536309"/>
            <a:ext cx="6096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600" dirty="0"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Implemented four algorithms: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effectLst/>
              </a:rPr>
              <a:t>Breadth-First Search (BFS)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effectLst/>
              </a:rPr>
              <a:t>Depth-First Search (DFS)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effectLst/>
              </a:rPr>
              <a:t>Uniform Cost Search (UCS)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effectLst/>
              </a:rPr>
              <a:t>A* (with Euclidean heuristic)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effectLst/>
              </a:rPr>
              <a:t>Data structures: queue, stack, priority queue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effectLst/>
              </a:rPr>
              <a:t>Algorithms tested on multiple queries</a:t>
            </a:r>
          </a:p>
          <a:p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245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57809A-BDC5-ACE0-37D9-2234970CF9D4}"/>
              </a:ext>
            </a:extLst>
          </p:cNvPr>
          <p:cNvSpPr txBox="1"/>
          <p:nvPr/>
        </p:nvSpPr>
        <p:spPr>
          <a:xfrm>
            <a:off x="-147484" y="0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dirty="0">
                <a:effectLst/>
              </a:rPr>
              <a:t>Week 3 – User Interface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AC574E-E067-CC30-CADC-9D2428AEF018}"/>
              </a:ext>
            </a:extLst>
          </p:cNvPr>
          <p:cNvSpPr txBox="1"/>
          <p:nvPr/>
        </p:nvSpPr>
        <p:spPr>
          <a:xfrm>
            <a:off x="0" y="1075387"/>
            <a:ext cx="700056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Interactive UI built with Leaflet + Python backend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Dropdowns for source, destination, and algorithm Visual path highlighting (yellow polyline)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Building information services integrated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Step-by-step expansion trace display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Algorithm comparison table User-friendly chatbot for natural language queries</a:t>
            </a:r>
          </a:p>
        </p:txBody>
      </p:sp>
    </p:spTree>
    <p:extLst>
      <p:ext uri="{BB962C8B-B14F-4D97-AF65-F5344CB8AC3E}">
        <p14:creationId xmlns:p14="http://schemas.microsoft.com/office/powerpoint/2010/main" val="807318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344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114834-BE08-7642-AD92-D631E215AED9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effectLst/>
              </a:rPr>
              <a:t>Results &amp; Algorithm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B32FD-D44B-2056-271E-25A39D0A6A37}"/>
              </a:ext>
            </a:extLst>
          </p:cNvPr>
          <p:cNvSpPr txBox="1"/>
          <p:nvPr/>
        </p:nvSpPr>
        <p:spPr>
          <a:xfrm>
            <a:off x="0" y="1195070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effectLst/>
              </a:rPr>
              <a:t>BFS: Valid but not shortest; explores many nodes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effectLst/>
              </a:rPr>
              <a:t>DFS: Non-optimal; often very long paths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effectLst/>
              </a:rPr>
              <a:t>UCS: Finds optimal shortest path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effectLst/>
              </a:rPr>
              <a:t>A*: Optimal and most efficient (fewest nodes expanded)</a:t>
            </a:r>
          </a:p>
        </p:txBody>
      </p:sp>
    </p:spTree>
    <p:extLst>
      <p:ext uri="{BB962C8B-B14F-4D97-AF65-F5344CB8AC3E}">
        <p14:creationId xmlns:p14="http://schemas.microsoft.com/office/powerpoint/2010/main" val="1683795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DF08B3-D6F2-4139-3A71-01F2EECE9892}"/>
              </a:ext>
            </a:extLst>
          </p:cNvPr>
          <p:cNvSpPr txBox="1"/>
          <p:nvPr/>
        </p:nvSpPr>
        <p:spPr>
          <a:xfrm>
            <a:off x="108155" y="0"/>
            <a:ext cx="121919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dirty="0">
                <a:effectLst/>
              </a:rPr>
              <a:t>Key Learnings &amp; Insights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3D094-7DEE-30F8-80FC-72CF6DEA31C9}"/>
              </a:ext>
            </a:extLst>
          </p:cNvPr>
          <p:cNvSpPr txBox="1"/>
          <p:nvPr/>
        </p:nvSpPr>
        <p:spPr>
          <a:xfrm>
            <a:off x="0" y="936887"/>
            <a:ext cx="7590503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</a:t>
            </a:r>
            <a:r>
              <a:rPr lang="en-US" sz="3200" dirty="0">
                <a:effectLst/>
              </a:rPr>
              <a:t>rade-offs between algorithms: </a:t>
            </a:r>
          </a:p>
          <a:p>
            <a:r>
              <a:rPr lang="en-US" sz="2800" dirty="0"/>
              <a:t>     </a:t>
            </a:r>
            <a:r>
              <a:rPr lang="en-US" sz="2400" dirty="0"/>
              <a:t>             </a:t>
            </a:r>
            <a:r>
              <a:rPr lang="en-US" sz="2400" dirty="0">
                <a:effectLst/>
              </a:rPr>
              <a:t>BFS: Complete but inefficient in weighted graphs                </a:t>
            </a:r>
          </a:p>
          <a:p>
            <a:r>
              <a:rPr lang="en-US" sz="2400" dirty="0"/>
              <a:t>                   </a:t>
            </a:r>
            <a:r>
              <a:rPr lang="en-US" sz="2400" dirty="0">
                <a:effectLst/>
              </a:rPr>
              <a:t>DFS: Simple but non-optimal   </a:t>
            </a:r>
          </a:p>
          <a:p>
            <a:r>
              <a:rPr lang="en-US" sz="2400" dirty="0"/>
              <a:t>                   </a:t>
            </a:r>
            <a:r>
              <a:rPr lang="en-US" sz="2400" dirty="0">
                <a:effectLst/>
              </a:rPr>
              <a:t>UCS: Always optimal but expands more nodes </a:t>
            </a:r>
          </a:p>
          <a:p>
            <a:r>
              <a:rPr lang="en-US" sz="2400" dirty="0"/>
              <a:t>                   </a:t>
            </a:r>
            <a:r>
              <a:rPr lang="en-US" sz="2400" dirty="0">
                <a:effectLst/>
              </a:rPr>
              <a:t>A*: Combines optimality with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Importance of heuristic in guiding search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Interactive UI and chatbot enhance usability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Integration of building info makes system practical</a:t>
            </a:r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09294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909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296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BOT-BRAIN: AN INTELLIGENT STUDENT CAMPUS NAVIGATOR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padwalkar</dc:creator>
  <cp:lastModifiedBy>aditya padwalkar</cp:lastModifiedBy>
  <cp:revision>1</cp:revision>
  <dcterms:created xsi:type="dcterms:W3CDTF">2025-09-24T04:55:54Z</dcterms:created>
  <dcterms:modified xsi:type="dcterms:W3CDTF">2025-09-24T05:43:23Z</dcterms:modified>
</cp:coreProperties>
</file>